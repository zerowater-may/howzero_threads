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FFD43B"/>
                </a:solidFill>
                <a:latin typeface="SF Pro Display"/>
              </a:rPr>
              <a:t>S — 0 0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011680"/>
            <a:ext cx="1097280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0" b="1">
                <a:solidFill>
                  <a:srgbClr val="F5F5F5"/>
                </a:solidFill>
                <a:latin typeface="Apple SD Gothic Neo"/>
              </a:rPr>
              <a:t>AI 상세페이지</a:t>
            </a:r>
          </a:p>
          <a:p>
            <a:pPr algn="l">
              <a:lnSpc>
                <a:spcPct val="110000"/>
              </a:lnSpc>
            </a:pPr>
            <a:r>
              <a:rPr sz="8400" b="1">
                <a:solidFill>
                  <a:srgbClr val="F5F5F5"/>
                </a:solidFill>
                <a:latin typeface="Apple SD Gothic Neo"/>
              </a:rPr>
              <a:t>도입부 1분 · 큐 슬라이드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75488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0">
                <a:solidFill>
                  <a:srgbClr val="4ECDC4"/>
                </a:solidFill>
                <a:latin typeface="Apple SD Gothic Neo"/>
              </a:rPr>
              <a:t>한 상품 3분  ·  1장 30원  ·  전환율 4% → 5%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707070"/>
                </a:solidFill>
                <a:latin typeface="SF Pro Display"/>
              </a:rPr>
              <a:t>옆에 -READ.md 띄워놓고 읽기 · 슬라이드는 시각 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FFD43B"/>
                </a:solidFill>
                <a:latin typeface="SF Pro Display"/>
              </a:rPr>
              <a:t>0:00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9144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0">
                <a:solidFill>
                  <a:srgbClr val="707070"/>
                </a:solidFill>
                <a:latin typeface="Apple SD Gothic Neo"/>
              </a:rPr>
              <a:t>HOOK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560320"/>
            <a:ext cx="4572000" cy="228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0" b="1">
                <a:solidFill>
                  <a:srgbClr val="A0A0A0"/>
                </a:solidFill>
                <a:latin typeface="Apple SD Gothic Neo"/>
              </a:rPr>
              <a:t>1장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2560320"/>
            <a:ext cx="2103120" cy="228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7000" b="0">
                <a:solidFill>
                  <a:srgbClr val="707070"/>
                </a:solidFill>
                <a:latin typeface="SF Pro Display"/>
              </a:rPr>
              <a:t>vs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0" y="2560320"/>
            <a:ext cx="4572000" cy="228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0" b="1">
                <a:solidFill>
                  <a:srgbClr val="FF6B6B"/>
                </a:solidFill>
                <a:latin typeface="Apple SD Gothic Neo"/>
              </a:rPr>
              <a:t>100장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21208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0">
                <a:solidFill>
                  <a:srgbClr val="A0A0A0"/>
                </a:solidFill>
                <a:latin typeface="Apple SD Gothic Neo"/>
              </a:rPr>
              <a:t>같은 시간, 같은 사람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0">
                <a:solidFill>
                  <a:srgbClr val="707070"/>
                </a:solidFill>
                <a:latin typeface="SF Pro Display"/>
              </a:rPr>
              <a:t>1 /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FFD43B"/>
                </a:solidFill>
                <a:latin typeface="SF Pro Display"/>
              </a:rPr>
              <a:t>0:05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9144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0">
                <a:solidFill>
                  <a:srgbClr val="707070"/>
                </a:solidFill>
                <a:latin typeface="Apple SD Gothic Neo"/>
              </a:rPr>
              <a:t>의심 차단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286000"/>
            <a:ext cx="5212080" cy="2743200"/>
          </a:xfrm>
          <a:prstGeom prst="roundRect">
            <a:avLst/>
          </a:prstGeom>
          <a:solidFill>
            <a:srgbClr val="1A1A1A"/>
          </a:solidFill>
          <a:ln w="2540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5212080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7200" b="1">
                <a:solidFill>
                  <a:srgbClr val="F5F5F5"/>
                </a:solidFill>
                <a:latin typeface="Apple SD Gothic Neo"/>
              </a:rPr>
              <a:t>디자이너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657600"/>
            <a:ext cx="5212080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0" b="1">
                <a:solidFill>
                  <a:srgbClr val="FF6B6B"/>
                </a:solidFill>
                <a:latin typeface="SF Pro Display"/>
              </a:rPr>
              <a:t>✕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2286000"/>
            <a:ext cx="5212080" cy="2743200"/>
          </a:xfrm>
          <a:prstGeom prst="roundRect">
            <a:avLst/>
          </a:prstGeom>
          <a:solidFill>
            <a:srgbClr val="1A1A1A"/>
          </a:solidFill>
          <a:ln w="2540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0" y="2560320"/>
            <a:ext cx="5212080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7200" b="1">
                <a:solidFill>
                  <a:srgbClr val="F5F5F5"/>
                </a:solidFill>
                <a:latin typeface="Apple SD Gothic Neo"/>
              </a:rPr>
              <a:t>판매자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3657600"/>
            <a:ext cx="5212080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0" b="1">
                <a:solidFill>
                  <a:srgbClr val="4ECDC4"/>
                </a:solidFill>
                <a:latin typeface="SF Pro Display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48640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0">
                <a:solidFill>
                  <a:srgbClr val="A0A0A0"/>
                </a:solidFill>
                <a:latin typeface="Apple SD Gothic Neo"/>
              </a:rPr>
              <a:t>디자인에 며칠 쏟지 말고, 상품 하나 더 판다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0">
                <a:solidFill>
                  <a:srgbClr val="707070"/>
                </a:solidFill>
                <a:latin typeface="SF Pro Display"/>
              </a:rPr>
              <a:t>2 /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FFD43B"/>
                </a:solidFill>
                <a:latin typeface="SF Pro Display"/>
              </a:rPr>
              <a:t>0:15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9144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0">
                <a:solidFill>
                  <a:srgbClr val="707070"/>
                </a:solidFill>
                <a:latin typeface="Apple SD Gothic Neo"/>
              </a:rPr>
              <a:t>스마트스토어 A · 전환율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377440"/>
            <a:ext cx="4572000" cy="2560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0" b="1">
                <a:solidFill>
                  <a:srgbClr val="A0A0A0"/>
                </a:solidFill>
                <a:latin typeface="SF Pro Display"/>
              </a:rPr>
              <a:t>4%</a:t>
            </a:r>
          </a:p>
        </p:txBody>
      </p:sp>
      <p:sp>
        <p:nvSpPr>
          <p:cNvPr id="5" name="Right Arrow 4"/>
          <p:cNvSpPr/>
          <p:nvPr/>
        </p:nvSpPr>
        <p:spPr>
          <a:xfrm>
            <a:off x="5212080" y="3291840"/>
            <a:ext cx="1737360" cy="822960"/>
          </a:xfrm>
          <a:prstGeom prst="rightArrow">
            <a:avLst/>
          </a:prstGeom>
          <a:solidFill>
            <a:srgbClr val="FFD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0" y="2377440"/>
            <a:ext cx="4572000" cy="2560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0" b="1">
                <a:solidFill>
                  <a:srgbClr val="4ECDC4"/>
                </a:solidFill>
                <a:latin typeface="SF Pro Display"/>
              </a:rPr>
              <a:t>5%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39496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0">
                <a:solidFill>
                  <a:srgbClr val="A0A0A0"/>
                </a:solidFill>
                <a:latin typeface="Apple SD Gothic Neo"/>
              </a:rPr>
              <a:t>같은 상품 · 같은 광고비 · 상세페이지만 교체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0">
                <a:solidFill>
                  <a:srgbClr val="707070"/>
                </a:solidFill>
                <a:latin typeface="SF Pro Display"/>
              </a:rPr>
              <a:t>3 /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FFD43B"/>
                </a:solidFill>
                <a:latin typeface="SF Pro Display"/>
              </a:rPr>
              <a:t>0:15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9144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0">
                <a:solidFill>
                  <a:srgbClr val="707070"/>
                </a:solidFill>
                <a:latin typeface="Apple SD Gothic Neo"/>
              </a:rPr>
              <a:t>1% 의문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560320"/>
            <a:ext cx="11247120" cy="228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7000" b="1">
                <a:solidFill>
                  <a:srgbClr val="FFD43B"/>
                </a:solidFill>
                <a:latin typeface="Apple SD Gothic Neo"/>
              </a:rPr>
              <a:t>“겨우 1%?”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120640"/>
            <a:ext cx="112471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3200" b="0">
                <a:solidFill>
                  <a:srgbClr val="F5F5F5"/>
                </a:solidFill>
                <a:latin typeface="Apple SD Gothic Neo"/>
              </a:rPr>
              <a:t>이 1%가 진짜 무서운 숫자입니다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0">
                <a:solidFill>
                  <a:srgbClr val="707070"/>
                </a:solidFill>
                <a:latin typeface="SF Pro Display"/>
              </a:rPr>
              <a:t>4 /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FFD43B"/>
                </a:solidFill>
                <a:latin typeface="SF Pro Display"/>
              </a:rPr>
              <a:t>0:15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9144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0">
                <a:solidFill>
                  <a:srgbClr val="707070"/>
                </a:solidFill>
                <a:latin typeface="Apple SD Gothic Neo"/>
              </a:rPr>
              <a:t>1%의 무게 · 방문자 1,000명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112471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3200" b="0">
                <a:solidFill>
                  <a:srgbClr val="A0A0A0"/>
                </a:solidFill>
                <a:latin typeface="Apple SD Gothic Neo"/>
              </a:rPr>
              <a:t>방문자 1,000명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651760"/>
            <a:ext cx="521208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0" b="1">
                <a:solidFill>
                  <a:srgbClr val="A0A0A0"/>
                </a:solidFill>
                <a:latin typeface="SF Pro Display"/>
              </a:rPr>
              <a:t>400만 원</a:t>
            </a:r>
          </a:p>
        </p:txBody>
      </p:sp>
      <p:sp>
        <p:nvSpPr>
          <p:cNvPr id="6" name="Right Arrow 5"/>
          <p:cNvSpPr/>
          <p:nvPr/>
        </p:nvSpPr>
        <p:spPr>
          <a:xfrm>
            <a:off x="5486400" y="3291840"/>
            <a:ext cx="1280160" cy="640080"/>
          </a:xfrm>
          <a:prstGeom prst="rightArrow">
            <a:avLst/>
          </a:prstGeom>
          <a:solidFill>
            <a:srgbClr val="FFD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2651760"/>
            <a:ext cx="521208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0" b="1">
                <a:solidFill>
                  <a:srgbClr val="4ECDC4"/>
                </a:solidFill>
                <a:latin typeface="SF Pro Display"/>
              </a:rPr>
              <a:t>500만 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937760"/>
            <a:ext cx="112471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4400" b="1">
                <a:solidFill>
                  <a:srgbClr val="FF6B6B"/>
                </a:solidFill>
                <a:latin typeface="Apple SD Gothic Neo"/>
              </a:rPr>
              <a:t>한 달 + 100만 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85216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0">
                <a:solidFill>
                  <a:srgbClr val="707070"/>
                </a:solidFill>
                <a:latin typeface="Apple SD Gothic Neo"/>
              </a:rPr>
              <a:t>객단가 10만 원 · 같은 광고비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0">
                <a:solidFill>
                  <a:srgbClr val="707070"/>
                </a:solidFill>
                <a:latin typeface="SF Pro Display"/>
              </a:rPr>
              <a:t>5 /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FFD43B"/>
                </a:solidFill>
                <a:latin typeface="SF Pro Display"/>
              </a:rPr>
              <a:t>0:15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9144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0">
                <a:solidFill>
                  <a:srgbClr val="707070"/>
                </a:solidFill>
                <a:latin typeface="Apple SD Gothic Neo"/>
              </a:rPr>
              <a:t>1%의 무게 · 방문자 10,000명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112471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3200" b="0">
                <a:solidFill>
                  <a:srgbClr val="A0A0A0"/>
                </a:solidFill>
                <a:latin typeface="Apple SD Gothic Neo"/>
              </a:rPr>
              <a:t>방문자 10,000명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651760"/>
            <a:ext cx="521208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0" b="1">
                <a:solidFill>
                  <a:srgbClr val="A0A0A0"/>
                </a:solidFill>
                <a:latin typeface="SF Pro Display"/>
              </a:rPr>
              <a:t>4,000만</a:t>
            </a:r>
          </a:p>
        </p:txBody>
      </p:sp>
      <p:sp>
        <p:nvSpPr>
          <p:cNvPr id="6" name="Right Arrow 5"/>
          <p:cNvSpPr/>
          <p:nvPr/>
        </p:nvSpPr>
        <p:spPr>
          <a:xfrm>
            <a:off x="5486400" y="3291840"/>
            <a:ext cx="1280160" cy="640080"/>
          </a:xfrm>
          <a:prstGeom prst="rightArrow">
            <a:avLst/>
          </a:prstGeom>
          <a:solidFill>
            <a:srgbClr val="FFD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2651760"/>
            <a:ext cx="521208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0" b="1">
                <a:solidFill>
                  <a:srgbClr val="4ECDC4"/>
                </a:solidFill>
                <a:latin typeface="SF Pro Display"/>
              </a:rPr>
              <a:t>5,000만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937760"/>
            <a:ext cx="112471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5200" b="1">
                <a:solidFill>
                  <a:srgbClr val="FF6B6B"/>
                </a:solidFill>
                <a:latin typeface="Apple SD Gothic Neo"/>
              </a:rPr>
              <a:t>한 달 + 1,000만 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85216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0">
                <a:solidFill>
                  <a:srgbClr val="FFD43B"/>
                </a:solidFill>
                <a:latin typeface="Apple SD Gothic Neo"/>
              </a:rPr>
              <a:t>1%가 이런 거예요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0">
                <a:solidFill>
                  <a:srgbClr val="707070"/>
                </a:solidFill>
                <a:latin typeface="SF Pro Display"/>
              </a:rPr>
              <a:t>6 /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FFD43B"/>
                </a:solidFill>
                <a:latin typeface="SF Pro Display"/>
              </a:rPr>
              <a:t>0:25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9144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0">
                <a:solidFill>
                  <a:srgbClr val="707070"/>
                </a:solidFill>
                <a:latin typeface="Apple SD Gothic Neo"/>
              </a:rPr>
              <a:t>권위 · 셀러 → AI 개발자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2287" y="2468880"/>
            <a:ext cx="2743200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7000" b="1">
                <a:solidFill>
                  <a:srgbClr val="A0A0A0"/>
                </a:solidFill>
                <a:latin typeface="SF Pro Display"/>
              </a:rPr>
              <a:t>2020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2287" y="3840480"/>
            <a:ext cx="27432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0">
                <a:solidFill>
                  <a:srgbClr val="A0A0A0"/>
                </a:solidFill>
                <a:latin typeface="Apple SD Gothic Neo"/>
              </a:rPr>
              <a:t>셀러 시작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06927" y="2468880"/>
            <a:ext cx="2743200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7000" b="1">
                <a:solidFill>
                  <a:srgbClr val="FFD43B"/>
                </a:solidFill>
                <a:latin typeface="SF Pro Display"/>
              </a:rPr>
              <a:t>2021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06927" y="3840480"/>
            <a:ext cx="27432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0">
                <a:solidFill>
                  <a:srgbClr val="A0A0A0"/>
                </a:solidFill>
                <a:latin typeface="Apple SD Gothic Neo"/>
              </a:rPr>
              <a:t>월 1억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41567" y="2468880"/>
            <a:ext cx="2743200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7000" b="1">
                <a:solidFill>
                  <a:srgbClr val="4ECDC4"/>
                </a:solidFill>
                <a:latin typeface="SF Pro Display"/>
              </a:rPr>
              <a:t>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41567" y="3840480"/>
            <a:ext cx="27432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0">
                <a:solidFill>
                  <a:srgbClr val="A0A0A0"/>
                </a:solidFill>
                <a:latin typeface="Apple SD Gothic Neo"/>
              </a:rPr>
              <a:t>데이터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76207" y="2468880"/>
            <a:ext cx="2743200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7000" b="1">
                <a:solidFill>
                  <a:srgbClr val="FF6B6B"/>
                </a:solidFill>
                <a:latin typeface="SF Pro Display"/>
              </a:rPr>
              <a:t>개발자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76207" y="3840480"/>
            <a:ext cx="27432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0">
                <a:solidFill>
                  <a:srgbClr val="A0A0A0"/>
                </a:solidFill>
                <a:latin typeface="Apple SD Gothic Neo"/>
              </a:rPr>
              <a:t>+ 시스템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30352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600" b="1">
                <a:solidFill>
                  <a:srgbClr val="F5F5F5"/>
                </a:solidFill>
                <a:latin typeface="Apple SD Gothic Neo"/>
              </a:rPr>
              <a:t>셀러가 손으로 하는 노가다,  내가 AI로 다 자동화해주자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0">
                <a:solidFill>
                  <a:srgbClr val="707070"/>
                </a:solidFill>
                <a:latin typeface="SF Pro Display"/>
              </a:rPr>
              <a:t>7 /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FFD43B"/>
                </a:solidFill>
                <a:latin typeface="SF Pro Display"/>
              </a:rPr>
              <a:t>0:25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9144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0">
                <a:solidFill>
                  <a:srgbClr val="707070"/>
                </a:solidFill>
                <a:latin typeface="Apple SD Gothic Neo"/>
              </a:rPr>
              <a:t>미션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560320"/>
            <a:ext cx="11247120" cy="228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0" b="1">
                <a:solidFill>
                  <a:srgbClr val="F5F5F5"/>
                </a:solidFill>
                <a:latin typeface="Apple SD Gothic Neo"/>
              </a:rPr>
              <a:t>셀러 자동화</a:t>
            </a:r>
          </a:p>
          <a:p>
            <a:pPr algn="ctr">
              <a:lnSpc>
                <a:spcPct val="110000"/>
              </a:lnSpc>
            </a:pPr>
            <a:r>
              <a:rPr sz="12000" b="1">
                <a:solidFill>
                  <a:srgbClr val="F5F5F5"/>
                </a:solidFill>
                <a:latin typeface="Apple SD Gothic Neo"/>
              </a:rPr>
              <a:t>= 불사자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0">
                <a:solidFill>
                  <a:srgbClr val="FFD43B"/>
                </a:solidFill>
                <a:latin typeface="Apple SD Gothic Neo"/>
              </a:rPr>
              <a:t>셀러를 위한 AI 자동화만 박는 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0">
                <a:solidFill>
                  <a:srgbClr val="707070"/>
                </a:solidFill>
                <a:latin typeface="SF Pro Display"/>
              </a:rPr>
              <a:t>8 /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FFD43B"/>
                </a:solidFill>
                <a:latin typeface="SF Pro Display"/>
              </a:rPr>
              <a:t>0:40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9144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0">
                <a:solidFill>
                  <a:srgbClr val="707070"/>
                </a:solidFill>
                <a:latin typeface="Apple SD Gothic Neo"/>
              </a:rPr>
              <a:t>이제 안 씁니다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377440"/>
            <a:ext cx="109728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7000" b="1">
                <a:solidFill>
                  <a:srgbClr val="FF6B6B"/>
                </a:solidFill>
                <a:latin typeface="SF Pro Display"/>
              </a:rPr>
              <a:t>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77440" y="2377440"/>
            <a:ext cx="457200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5400" b="1">
                <a:solidFill>
                  <a:srgbClr val="F5F5F5"/>
                </a:solidFill>
                <a:latin typeface="Apple SD Gothic Neo"/>
              </a:rPr>
              <a:t>포토샵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2377440"/>
            <a:ext cx="411480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0">
                <a:solidFill>
                  <a:srgbClr val="A0A0A0"/>
                </a:solidFill>
                <a:latin typeface="Apple SD Gothic Neo"/>
              </a:rPr>
              <a:t>5년 전 방식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566160"/>
            <a:ext cx="109728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7000" b="1">
                <a:solidFill>
                  <a:srgbClr val="FF6B6B"/>
                </a:solidFill>
                <a:latin typeface="SF Pro Display"/>
              </a:rPr>
              <a:t>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3566160"/>
            <a:ext cx="457200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5400" b="1">
                <a:solidFill>
                  <a:srgbClr val="F5F5F5"/>
                </a:solidFill>
                <a:latin typeface="Apple SD Gothic Neo"/>
              </a:rPr>
              <a:t>크몽 외주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3566160"/>
            <a:ext cx="411480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0">
                <a:solidFill>
                  <a:srgbClr val="A0A0A0"/>
                </a:solidFill>
                <a:latin typeface="Apple SD Gothic Neo"/>
              </a:rPr>
              <a:t>장당 30만 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754880"/>
            <a:ext cx="109728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7000" b="1">
                <a:solidFill>
                  <a:srgbClr val="FF6B6B"/>
                </a:solidFill>
                <a:latin typeface="SF Pro Display"/>
              </a:rPr>
              <a:t>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77440" y="4754880"/>
            <a:ext cx="457200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5400" b="1">
                <a:solidFill>
                  <a:srgbClr val="F5F5F5"/>
                </a:solidFill>
                <a:latin typeface="Apple SD Gothic Neo"/>
              </a:rPr>
              <a:t>챗GPT 낱개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4754880"/>
            <a:ext cx="411480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0">
                <a:solidFill>
                  <a:srgbClr val="A0A0A0"/>
                </a:solidFill>
                <a:latin typeface="Apple SD Gothic Neo"/>
              </a:rPr>
              <a:t>한 상품 1시간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0">
                <a:solidFill>
                  <a:srgbClr val="707070"/>
                </a:solidFill>
                <a:latin typeface="SF Pro Display"/>
              </a:rPr>
              <a:t>9 /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FFD43B"/>
                </a:solidFill>
                <a:latin typeface="SF Pro Display"/>
              </a:rPr>
              <a:t>0:40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9144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0">
                <a:solidFill>
                  <a:srgbClr val="707070"/>
                </a:solidFill>
                <a:latin typeface="Apple SD Gothic Neo"/>
              </a:rPr>
              <a:t>한 번에 묶은 자동화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5577840" cy="274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0" b="1">
                <a:solidFill>
                  <a:srgbClr val="4ECDC4"/>
                </a:solidFill>
                <a:latin typeface="SF Pro Display"/>
              </a:rPr>
              <a:t>3분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937760"/>
            <a:ext cx="5577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0">
                <a:solidFill>
                  <a:srgbClr val="A0A0A0"/>
                </a:solidFill>
                <a:latin typeface="Apple SD Gothic Neo"/>
              </a:rPr>
              <a:t>한 상품</a:t>
            </a:r>
          </a:p>
        </p:txBody>
      </p:sp>
      <p:sp>
        <p:nvSpPr>
          <p:cNvPr id="6" name="Rectangle 5"/>
          <p:cNvSpPr/>
          <p:nvPr/>
        </p:nvSpPr>
        <p:spPr>
          <a:xfrm>
            <a:off x="6080760" y="2560320"/>
            <a:ext cx="27432" cy="2286000"/>
          </a:xfrm>
          <a:prstGeom prst="rect">
            <a:avLst/>
          </a:prstGeom>
          <a:solidFill>
            <a:srgbClr val="707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0" y="2286000"/>
            <a:ext cx="5577840" cy="274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0" b="1">
                <a:solidFill>
                  <a:srgbClr val="FFD43B"/>
                </a:solidFill>
                <a:latin typeface="SF Pro Display"/>
              </a:rPr>
              <a:t>30원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4937760"/>
            <a:ext cx="5577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0">
                <a:solidFill>
                  <a:srgbClr val="A0A0A0"/>
                </a:solidFill>
                <a:latin typeface="Apple SD Gothic Neo"/>
              </a:rPr>
              <a:t>1장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0">
                <a:solidFill>
                  <a:srgbClr val="707070"/>
                </a:solidFill>
                <a:latin typeface="Apple SD Gothic Neo"/>
              </a:rPr>
              <a:t>크몽 30만원 → 불사자 30원 · 1만 배 차이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0">
                <a:solidFill>
                  <a:srgbClr val="707070"/>
                </a:solidFill>
                <a:latin typeface="SF Pro Display"/>
              </a:rPr>
              <a:t>10 /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FFD43B"/>
                </a:solidFill>
                <a:latin typeface="SF Pro Display"/>
              </a:rPr>
              <a:t>0:52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9144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0">
                <a:solidFill>
                  <a:srgbClr val="707070"/>
                </a:solidFill>
                <a:latin typeface="Apple SD Gothic Neo"/>
              </a:rPr>
              <a:t>CTA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1247120" cy="228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0" b="1">
                <a:solidFill>
                  <a:srgbClr val="4ECDC4"/>
                </a:solidFill>
                <a:latin typeface="Apple SD Gothic Neo"/>
              </a:rPr>
              <a:t>전환율 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480560"/>
            <a:ext cx="112471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3200" b="0">
                <a:solidFill>
                  <a:srgbClr val="A0A0A0"/>
                </a:solidFill>
                <a:latin typeface="Apple SD Gothic Neo"/>
              </a:rPr>
              <a:t>대표님 스스든 쿠팡이든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303520"/>
            <a:ext cx="112471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0" b="1">
                <a:solidFill>
                  <a:srgbClr val="FFD43B"/>
                </a:solidFill>
                <a:latin typeface="Apple SD Gothic Neo"/>
              </a:rPr>
              <a:t>갑니다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0">
                <a:solidFill>
                  <a:srgbClr val="707070"/>
                </a:solidFill>
                <a:latin typeface="SF Pro Display"/>
              </a:rPr>
              <a:t>11 /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